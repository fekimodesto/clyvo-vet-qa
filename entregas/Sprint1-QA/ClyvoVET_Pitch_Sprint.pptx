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548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spc="4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CLYVO VET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Saúde Contínua para Pets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27432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1945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2026 — Sprint 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Desenvolvimento de Sistemas | 2º Ano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Enrico Delesporte - RM565760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Felipe Modesto - RM561810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Vitor Dias - RM565422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>
            <a:off x="7498080" y="457200"/>
            <a:ext cx="118872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tutores de pets deixam a saúde do animal para segundo plano?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265176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 Recorrência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tutor só leva o pet à clínica em urgências ou vacinações obrigatórias. Consultas preventivas são esquecidas.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32588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00400" y="1325880"/>
            <a:ext cx="265176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/>
          <p:nvPr/>
        </p:nvSpPr>
        <p:spPr>
          <a:xfrm>
            <a:off x="333756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Fraco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37560" y="2011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histórico longitudinal, cada visita começa do zero. A clínica perde a oportunidade de acompanhar o pet ao longo da vida.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35040" y="1325880"/>
            <a:ext cx="265176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35040" y="1325880"/>
            <a:ext cx="2651760" cy="54864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4630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LTV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201168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de retorno, check-up e adesão terapêutica são perdidas. O lifetime value por animal permanece baixo.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 comum no mercado de saúde animal, não exclusivo da Clyvo.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 &amp; Estatísticas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mercado pet brasileiro em números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50876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R$ 68 bi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36576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Faturamento do mercado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 brasileiro em 2023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51460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1508760"/>
            <a:ext cx="640080" cy="6400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51460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67,9 mi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251460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Pets no Brasil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(maior do mundo)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66344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1508760"/>
            <a:ext cx="640080" cy="6400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6344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466344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Tutores com consultas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preventivas regulares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812280" y="1371600"/>
            <a:ext cx="1920240" cy="32918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0" y="1508760"/>
            <a:ext cx="640080" cy="6400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812280" y="228600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3,2x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6812280" y="30175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maior em clientes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plano de saúde</a:t>
            </a:r>
            <a:endParaRPr lang="en-US" sz="1100" dirty="0"/>
          </a:p>
        </p:txBody>
      </p:sp>
      <p:sp>
        <p:nvSpPr>
          <p:cNvPr id="20" name="Text 14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ABINPET 2023 | IBGE | Pesquisa VetBrasil 2022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Proposta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Evolução da plataforma Clyvo VET com duas novas funcionalidades integradas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25880"/>
            <a:ext cx="3840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65760" y="1325880"/>
            <a:ext cx="3840480" cy="64008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Clyvo Saúde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201168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Assinatura mensal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 consulta de rotina/mês incluída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Check-in de saúde com relatório digital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Gamificação: Passaporte de Saúde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(10 carimbos = recompensa)
</a:t>
            </a:r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planos: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Basic: consulta + descontos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Premium: consulta + exames + frete grátis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663440" y="1325880"/>
            <a:ext cx="3840480" cy="34747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63440" y="1325880"/>
            <a:ext cx="3840480" cy="64008"/>
          </a:xfrm>
          <a:prstGeom prst="rect">
            <a:avLst/>
          </a:prstGeom>
          <a:solidFill>
            <a:srgbClr val="02C39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4630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148132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Pet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800600" y="201168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Compras integradas ao histórico clínico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Medicamentos prescritos aparecem
  automaticamente na seção 'Recomendados'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Ração, produtos e acessórios com entrega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Recorrência automática (ração/remédio crônico)
</a:t>
            </a:r>
            <a:pPr algn="l" indent="0" marL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Benefícios do plano: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Descontos exclusivos para assinantes
</a:t>
            </a:r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Frete grátis no plano Premium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&amp; Requisitos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384048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02920" y="1097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" y="16002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Aumentar a recorrência das visitas clínicas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Fidelizar tutores por meio de valor percebido contínuo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Gerar histórico longitudinal estruturado de saúde do pet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Monetizar a base via assinatura e marketplace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Elevar o LTV por animal nas clínicas parceiras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384048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00600" y="1097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Funcionalidades-Chave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3566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mobile + web responsivo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Cadastro e perfil do pet (espécie, raça, idade)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Gestão de plano de assinatura (Basic/Premium)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Passaporte de Saúde com gamificação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Catálogo do marketplace integrado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Recomendação automática via histórico clínico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Entrega recorrente de produtos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Painel da clínica parceira (dados e alertas)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competitiva das principais soluções do mercado pet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8412480" cy="3657600"/>
        </p:xfrm>
        <a:graphic>
          <a:graphicData uri="http://schemas.openxmlformats.org/drawingml/2006/table">
            <a:tbl>
              <a:tblPr/>
              <a:tblGrid>
                <a:gridCol w="1920240"/>
                <a:gridCol w="1737360"/>
                <a:gridCol w="1554480"/>
                <a:gridCol w="1828800"/>
                <a:gridCol w="1371600"/>
              </a:tblGrid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Plano/Assinatura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Marketplace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IA/Personalização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Foco Clínico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4B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PetLove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Fraco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Fraco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VetSmart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Telemedicina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 (clínica)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 Não possui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Clyvo VET*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Básico + Premium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Integrado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Prescritivo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D1B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Forte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9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Proposta do grupo — Sprint 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Diferenciais Competitivos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120" y="1143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Clínico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166420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 do PetLove, os produtos recomendados são baseados no histórico clínico e nas prescrições do veterinário — não apenas em anúncios.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3200400" y="10058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1887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794760" y="1143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Passaporte de Saúde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291840" y="166420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Gamificação que incentiva o tutor a manter a rotina preventiva, gerando dados longitudinais valiosos para a clínica.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035040" y="100584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18872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29400" y="11430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Duplo Valor (B2C + B2B)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6126480" y="166420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tutor tem conveniência e saúde contínua. A clínica tem recorrência, LTV elevado e acesso ao histórico do paciente.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365760" y="297180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1546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6012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Recorrência Automática</a:t>
            </a:r>
            <a:endParaRPr lang="en-US" sz="1150" dirty="0"/>
          </a:p>
        </p:txBody>
      </p:sp>
      <p:sp>
        <p:nvSpPr>
          <p:cNvPr id="18" name="Text 12"/>
          <p:cNvSpPr/>
          <p:nvPr/>
        </p:nvSpPr>
        <p:spPr>
          <a:xfrm>
            <a:off x="457200" y="363016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mensal automática de ração e medicamentos crônicos resolve o esquecimento — problema central do desafio Clyvo.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3200400" y="297180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3154680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79476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Escalável</a:t>
            </a:r>
            <a:endParaRPr lang="en-US" sz="1150" dirty="0"/>
          </a:p>
        </p:txBody>
      </p:sp>
      <p:sp>
        <p:nvSpPr>
          <p:cNvPr id="22" name="Text 15"/>
          <p:cNvSpPr/>
          <p:nvPr/>
        </p:nvSpPr>
        <p:spPr>
          <a:xfrm>
            <a:off x="3291840" y="363016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preparada para crescer: novas clínicas parceiras se integram sem custo marginal, ampliando a rede organicamente.</a:t>
            </a:r>
            <a:endParaRPr lang="en-US" sz="1050" dirty="0"/>
          </a:p>
        </p:txBody>
      </p:sp>
      <p:sp>
        <p:nvSpPr>
          <p:cNvPr id="23" name="Shape 16"/>
          <p:cNvSpPr/>
          <p:nvPr/>
        </p:nvSpPr>
        <p:spPr>
          <a:xfrm>
            <a:off x="6035040" y="2971800"/>
            <a:ext cx="26517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2200" y="3154680"/>
            <a:ext cx="365760" cy="3657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6629400" y="31089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Prescritiva (Fase 2)</a:t>
            </a:r>
            <a:endParaRPr lang="en-US" sz="1150" dirty="0"/>
          </a:p>
        </p:txBody>
      </p:sp>
      <p:sp>
        <p:nvSpPr>
          <p:cNvPr id="26" name="Text 18"/>
          <p:cNvSpPr/>
          <p:nvPr/>
        </p:nvSpPr>
        <p:spPr>
          <a:xfrm>
            <a:off x="6126480" y="3630168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gerada na Fase 1 alimentará score de risco e alertas preditivos, criando um moat competitivo difícil de replicar.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do Projeto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2651760" cy="388620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005840"/>
            <a:ext cx="2651760" cy="5029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005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&amp; 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572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1º Semestre — Entrega: 24/05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Pitch + Arquitetura TOGAF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API REST (.NET) com CRUD completo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App mobile (React Native) — protótipo funcional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Banco de dados Oracle modelado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Deploy em nuvem Azure com Docker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Protótipo IoT/Visão Computacional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2651760" cy="388620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5B8D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1005840"/>
            <a:ext cx="2651760" cy="502920"/>
          </a:xfrm>
          <a:prstGeom prst="rect">
            <a:avLst/>
          </a:prstGeom>
          <a:solidFill>
            <a:srgbClr val="5B8DD9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1005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291840" y="1572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 — evolução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37560" y="201168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Plano de Assinatura funcional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Gamificação (Passaporte de Saúde)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Integração marketplace + histórico clínico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Painel da clínica parceira (dashboard)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Testes de integração e carga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05840"/>
            <a:ext cx="2651760" cy="3886200"/>
          </a:xfrm>
          <a:prstGeom prst="rect">
            <a:avLst/>
          </a:prstGeom>
          <a:solidFill>
            <a:srgbClr val="FFFFFF">
              <a:alpha val="7000"/>
            </a:srgbClr>
          </a:solidFill>
          <a:ln w="19050">
            <a:solidFill>
              <a:srgbClr val="02C39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5040" y="1005840"/>
            <a:ext cx="2651760" cy="50292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005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126480" y="1572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Semestre — produto final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2011680"/>
            <a:ext cx="24231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Motor de IA prescritiva (recomendações)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Score de risco por perfil de pet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Entrega recorrente automática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Modelo de monetização validado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Apresentação final NEXT 2026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389120"/>
            <a:ext cx="9144000" cy="754380"/>
          </a:xfrm>
          <a:prstGeom prst="rect">
            <a:avLst/>
          </a:prstGeom>
          <a:solidFill>
            <a:srgbClr val="028090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75000"/>
          </a:blip>
          <a:stretch>
            <a:fillRect/>
          </a:stretch>
        </p:blipFill>
        <p:spPr>
          <a:xfrm>
            <a:off x="7132320" y="36576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8229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Obrigado!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457200" y="17830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Clyvo VET — Saúde contínua para quem você ama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457200" y="2377440"/>
            <a:ext cx="3200400" cy="36576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FIAP 2026 — Sprint 1 | QA &amp; Compliance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https://github.com/FeKiModesto/Clyvo-Vet-QA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Clyvo VET — Pitch Sprint 1</dc:title>
  <dc:subject>PptxGenJS Presentation</dc:subject>
  <dc:creator>PptxGenJS</dc:creator>
  <cp:lastModifiedBy>PptxGenJS</cp:lastModifiedBy>
  <cp:revision>1</cp:revision>
  <dcterms:created xsi:type="dcterms:W3CDTF">2026-05-09T15:10:54Z</dcterms:created>
  <dcterms:modified xsi:type="dcterms:W3CDTF">2026-05-09T15:10:54Z</dcterms:modified>
</cp:coreProperties>
</file>