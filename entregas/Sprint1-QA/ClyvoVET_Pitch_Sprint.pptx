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CLYVO VET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Saúde Contínua para Pets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27432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94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FIAP 2026 — Sprint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 Desenvolvimento de Sistemas | 2º Ano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520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Enrico Delesporte - RM565760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Felipe Modesto - RM561810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Vitor Dias - RM565422</a:t>
            </a:r>
            <a:endParaRPr lang="en-US" sz="13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7498080" y="45720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tutores de pets deixam a saúde do animal para segundo plano?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6517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25880"/>
            <a:ext cx="265176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63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Recorrência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01168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tutor só leva o pet à clínica em urgências ou vacinações obrigatórias. Consultas preventivas são esquecidas.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0" y="1325880"/>
            <a:ext cx="26517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325880"/>
            <a:ext cx="265176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463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Vínculo Fraco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201168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histórico longitudinal, cada visita começa do zero. A clínica perde a oportunidade de acompanhar o pet ao longo da vida.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1325880"/>
            <a:ext cx="26517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325880"/>
            <a:ext cx="265176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1463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LTV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72200" y="201168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 de retorno, check-up e adesão terapêutica são perdidas. O lifetime value por animal permanece baixo.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comum no mercado de saúde animal, não exclusivo da Clyvo.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&amp; Estatísticas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mercado pet brasileiro em números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920240" cy="32918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50876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22860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R$ 68 bi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65760" y="301752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 do mercado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brasileiro em 2023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514600" y="1371600"/>
            <a:ext cx="1920240" cy="32918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150876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14600" y="22860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67,9 mi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2514600" y="301752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Pets no Brasil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(maior do mundo)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663440" y="1371600"/>
            <a:ext cx="1920240" cy="32918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50876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63440" y="22860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30%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4663440" y="301752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Tutores com consultas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preventivas regulares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812280" y="1371600"/>
            <a:ext cx="1920240" cy="32918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1508760"/>
            <a:ext cx="640080" cy="6400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12280" y="22860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3,2x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6812280" y="301752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maior em clientes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plano de saúde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ABINPET 2023 | IBGE | Pesquisa VetBrasil 2022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Proposta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da plataforma Clyvo VET com duas novas funcionalidades integradas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38404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25880"/>
            <a:ext cx="3840480" cy="64008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30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48132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Clyvo Saúde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201168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mensal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 consulta de rotina/mês incluída
</a:t>
            </a:r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Check-in de saúde com relatório digital
</a:t>
            </a:r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Gamificação: Passaporte de Saúde
</a:t>
            </a:r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(10 carimbos = recompensa)
</a:t>
            </a:r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planos: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Basic: consulta + descontos
</a:t>
            </a:r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Premium: consulta + exames + frete grátis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63440" y="1325880"/>
            <a:ext cx="38404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1325880"/>
            <a:ext cx="3840480" cy="64008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4630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148132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Pet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800600" y="2011680"/>
            <a:ext cx="3520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integradas ao histórico clínico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Medicamentos prescritos aparecem
  automaticamente na seção 'Recomendados'
</a:t>
            </a:r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Ração, produtos e acessórios com entrega
</a:t>
            </a:r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Recorrência automática (ração/remédio crônico)
</a:t>
            </a:r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Benefícios do plano: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Descontos exclusivos para assinantes
</a:t>
            </a:r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Frete grátis no plano Premium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&amp; Requisitos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384048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097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3566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Aumentar a recorrência das visitas clínicas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Fidelizar tutores por meio de valor percebido contínuo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Gerar histórico longitudinal estruturado de saúde do pet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Monetizar a base via assinatura e marketplace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Elevar o LTV por animal nas clínicas parceiras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384048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00600" y="1097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Funcionalidades-Chave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00600" y="1600200"/>
            <a:ext cx="3566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 mobile + web responsivo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Cadastro e perfil do pet (espécie, raça, idade)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Gestão de plano de assinatura (Basic/Premium)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Passaporte de Saúde com gamificação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Catálogo do marketplace integrado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Recomendação automática via histórico clínico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Entrega recorrente de produtos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Painel da clínica parceira (dados e alertas)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competitiva das principais soluções do mercado pet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3657600"/>
        </p:xfrm>
        <a:graphic>
          <a:graphicData uri="http://schemas.openxmlformats.org/drawingml/2006/table">
            <a:tbl>
              <a:tblPr/>
              <a:tblGrid>
                <a:gridCol w="1920240"/>
                <a:gridCol w="1737360"/>
                <a:gridCol w="1554480"/>
                <a:gridCol w="1828800"/>
                <a:gridCol w="1371600"/>
              </a:tblGrid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Plano/Assinatura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Marketplace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IA/Personalização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Foco Clínico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PetLove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Não possui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Completo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Fraco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Cobasi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Não possui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Completo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Não possui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Fraco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VetSmart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Telemedicina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Não possui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Não possui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Forte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 (clínica)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Não possui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Não possui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Forte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Clyvo VET*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Básico + Premium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Integrado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Prescritivo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Forte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9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Proposta do grupo — Sprint 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Diferenciais Competitivos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51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887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143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Clínico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57200" y="1664208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 do PetLove, os produtos recomendados são baseados no histórico clínico e nas prescrições do veterinário — não apenas em anúncios.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200400" y="1005840"/>
            <a:ext cx="2651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18872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94760" y="1143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Passaporte de Saúde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3291840" y="1664208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Gamificação que incentiva o tutor a manter a rotina preventiva, gerando dados longitudinais valiosos para a clínica.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035040" y="1005840"/>
            <a:ext cx="2651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18872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629400" y="1143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Duplo Valor (B2C + B2B)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6126480" y="1664208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tutor tem conveniência e saúde contínua. A clínica tem recorrência, LTV elevado e acesso ao histórico do paciente.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365760" y="2971800"/>
            <a:ext cx="2651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15468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60120" y="31089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Recorrência Automática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457200" y="3630168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mensal automática de ração e medicamentos crônicos resolve o esquecimento — problema central do desafio Clyvo.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3200400" y="2971800"/>
            <a:ext cx="2651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154680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794760" y="31089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Escalável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3291840" y="3630168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preparada para crescer: novas clínicas parceiras se integram sem custo marginal, ampliando a rede organicamente.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6035040" y="2971800"/>
            <a:ext cx="2651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3154680"/>
            <a:ext cx="365760" cy="36576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629400" y="31089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Prescritiva (Fase 2)</a:t>
            </a:r>
            <a:endParaRPr lang="en-US" sz="1150" dirty="0"/>
          </a:p>
        </p:txBody>
      </p:sp>
      <p:sp>
        <p:nvSpPr>
          <p:cNvPr id="26" name="Text 18"/>
          <p:cNvSpPr/>
          <p:nvPr/>
        </p:nvSpPr>
        <p:spPr>
          <a:xfrm>
            <a:off x="6126480" y="3630168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dados gerada na Fase 1 alimentará score de risco e alertas preditivos, criando um moat competitivo difícil de replicar.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do Projeto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51760" cy="3886200"/>
          </a:xfrm>
          <a:prstGeom prst="rect">
            <a:avLst/>
          </a:prstGeom>
          <a:solidFill>
            <a:srgbClr val="FFFFFF">
              <a:alpha val="7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265176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&amp; 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Semestre — Entrega: 24/05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2011680"/>
            <a:ext cx="2423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Pitch + Arquitetura TOGAF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REST (.NET) com CRUD completo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 mobile (React Native) — protótipo funcional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Banco de dados Oracle modelado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 em nuvem Azure com Docker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Protótipo IoT/Visão Computacional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651760" cy="3886200"/>
          </a:xfrm>
          <a:prstGeom prst="rect">
            <a:avLst/>
          </a:prstGeom>
          <a:solidFill>
            <a:srgbClr val="FFFFFF">
              <a:alpha val="7000"/>
            </a:srgbClr>
          </a:solidFill>
          <a:ln w="19050">
            <a:solidFill>
              <a:srgbClr val="5B8D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1005840"/>
            <a:ext cx="2651760" cy="502920"/>
          </a:xfrm>
          <a:prstGeom prst="rect">
            <a:avLst/>
          </a:prstGeom>
          <a:solidFill>
            <a:srgbClr val="5B8DD9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005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15727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Semestre — evolução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37560" y="2011680"/>
            <a:ext cx="2423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Integração completa (Front, Back, BD, Azure)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Aprimoramento de Back-end e Front-end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Início do chatbot (WhatsApp/Telegram)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Aprimoramento do protótipo IoT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Aprimoramento do Marketplace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1005840"/>
            <a:ext cx="2651760" cy="3886200"/>
          </a:xfrm>
          <a:prstGeom prst="rect">
            <a:avLst/>
          </a:prstGeom>
          <a:solidFill>
            <a:srgbClr val="FFFFFF">
              <a:alpha val="7000"/>
            </a:srgbClr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005840"/>
            <a:ext cx="2651760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005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0" y="15727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Semestre — produto final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72200" y="2011680"/>
            <a:ext cx="2423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Finalização de todo o sistema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Versão final do IoT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Integração completa do chatbot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Possível implementação de IA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Aprimoramento contínuo do Marketplace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Qualidade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 que garantem a excelência da solução entregue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3441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1764792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Tempo de resposta da API &lt; 500ms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 carrega em &lt; 3 segundos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Suporte a 1.000 requisições simultâneas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00400" y="123444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37160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49040" y="13441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291840" y="1764792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Autenticação JWT em todos os endpoints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Dados sensíveis criptografados (AES-256)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Conformidade com LGPD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035040" y="123444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37160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83680" y="13441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Usabilidade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126480" y="1764792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Fluxo principal em até 3 cliques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Interface responsiva (mobile e web)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Onboarding intuitivo sem manual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365760" y="306324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20040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4400" y="31729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Confiabilidade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57200" y="3593592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Disponibilidade mínima de 99,5% (SLA)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Recuperação automática de falhas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Backups diários do banco de dados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200400" y="306324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200400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749040" y="31729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Manutenibilidade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3291840" y="3593592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Cobertura de testes unitários ≥ 70%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Código documentado com Swagger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Arquitetura modular e desacoplada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6035040" y="306324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3200400"/>
            <a:ext cx="320040" cy="3200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583680" y="31729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Escalabilidade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6126480" y="3593592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Containerização com Docker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 em nuvem Azure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Estrutura preparada para novas clínicas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Riscos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identificados e seus impactos no negócio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374904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005840"/>
                <a:gridCol w="3566160"/>
              </a:tblGrid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Probabilidade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Baixa adesão dos tutores ao plano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Período gratuito de teste + onboarding guiado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Resistência das clínicas à integração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freemium para clínicas parceiras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Vazamento ou uso indevido de dados clínicos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Criptografia, LGPD e auditoria de acessos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Indisponibilidade da infraestrutura Azure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Redundância e monitoramento com alertas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Atraso no desenvolvimento das sprints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Gestão ágil com revisões semanais do backlog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Concorrência lançar solução similar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Acelerar diferenciais: IA e histórico clínico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Sucesso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mediremos se a solução está funcionando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65176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371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60%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20116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Retenção de usuários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primeiros 90 dias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00400" y="1234440"/>
            <a:ext cx="265176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41732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40480" y="1371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500ms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3291840" y="20116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resposta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 da API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035040" y="1234440"/>
            <a:ext cx="265176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41732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75120" y="1371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70%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6126480" y="20116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adesão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plano após trial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365760" y="3063240"/>
            <a:ext cx="265176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24612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05840" y="3200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4,0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457200" y="38404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médio do tutor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(escala 0–5)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3200400" y="3063240"/>
            <a:ext cx="265176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24612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840480" y="3200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</a:t>
            </a:r>
            <a:endParaRPr lang="en-US" sz="2200" dirty="0"/>
          </a:p>
        </p:txBody>
      </p:sp>
      <p:sp>
        <p:nvSpPr>
          <p:cNvPr id="23" name="Text 16"/>
          <p:cNvSpPr/>
          <p:nvPr/>
        </p:nvSpPr>
        <p:spPr>
          <a:xfrm>
            <a:off x="3291840" y="38404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de LTV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animal na clínica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6035040" y="3063240"/>
            <a:ext cx="265176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3246120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675120" y="3200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99,5%</a:t>
            </a:r>
            <a:endParaRPr lang="en-US" sz="2200" dirty="0"/>
          </a:p>
        </p:txBody>
      </p:sp>
      <p:sp>
        <p:nvSpPr>
          <p:cNvPr id="27" name="Text 19"/>
          <p:cNvSpPr/>
          <p:nvPr/>
        </p:nvSpPr>
        <p:spPr>
          <a:xfrm>
            <a:off x="6126480" y="38404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plataforma (SLA)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7132320" y="36576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8229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17830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Clyvo VET — Saúde contínua para quem você ama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377440"/>
            <a:ext cx="32004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FIAP 2026 — Sprint 1 | QA &amp; Compliance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Repositório: https://github.com/FeKiModesto/Clyvo-Vet-QA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Clyvo VET — Pitch Sprint 1</dc:title>
  <dc:subject>PptxGenJS Presentation</dc:subject>
  <dc:creator>PptxGenJS</dc:creator>
  <cp:lastModifiedBy>PptxGenJS</cp:lastModifiedBy>
  <cp:revision>1</cp:revision>
  <dcterms:created xsi:type="dcterms:W3CDTF">2026-05-10T13:25:31Z</dcterms:created>
  <dcterms:modified xsi:type="dcterms:W3CDTF">2026-05-10T13:25:31Z</dcterms:modified>
</cp:coreProperties>
</file>